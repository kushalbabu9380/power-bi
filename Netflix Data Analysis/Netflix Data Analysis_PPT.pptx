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064CD0-8657-4D89-A84D-AF1338BE2690}" v="175" dt="2026-01-05T08:26:37.8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8A697-D946-A31E-2DFD-7EE45E27B9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9DFD9D-1A28-DF05-13F1-0B17886F96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E0AE8-3763-CE5F-C5EA-03B20BDB5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A9E0D-FD47-438D-9A34-07EA3D163D05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B482F-37FD-9064-3041-E70B7C199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182E1-8361-25EE-8A5E-FBC9C458A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6E796-7C1D-47DA-BC8D-9CA4D38785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7213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D81AA-22CE-CE45-20C9-0B6A06048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C1C7B-F0D6-9484-BA91-82825B08B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03058-C3D6-F32B-B0DD-F5DA9AA80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A9E0D-FD47-438D-9A34-07EA3D163D05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4A944-0008-683D-5F9F-906EDAA26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98A7C-2330-3C67-6742-95EA0C8CC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6E796-7C1D-47DA-BC8D-9CA4D38785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842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EBBE0-F95D-C314-33D8-32EBB93B0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C704B-7C09-3D06-5604-AFEEFE26F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B46F0-9E46-0A4A-49D8-978D0C71A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A9E0D-FD47-438D-9A34-07EA3D163D05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6125F-751A-74E5-D5FD-C579D8CEE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DA589-D0C3-D055-C9FC-76506795D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6E796-7C1D-47DA-BC8D-9CA4D38785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130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428C6-371C-DE1D-1DE9-2ED8168AF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A262E-27BC-77E3-6AF4-64EA451A0B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067338-317E-E6C7-135D-784954BC0E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952EC9-68F5-35A5-82B3-3B682A8F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A9E0D-FD47-438D-9A34-07EA3D163D05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626AC2-7804-3E51-A6BC-D60ADDAA9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4AD938-AC7B-9BB2-6889-8DD201B3B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6E796-7C1D-47DA-BC8D-9CA4D38785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928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A7884-2DD8-29B4-B6E7-37BB33D01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22B2A1-49DF-8A38-18D7-5485AC1C3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AE53CB-002C-1A23-16A9-648757E72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DEA179-4BC7-FD9C-4394-02A74833CC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1606E2-F198-3889-F77E-073DD7C2E3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9A13D9-4FFF-E3BE-30EF-45656B92F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A9E0D-FD47-438D-9A34-07EA3D163D05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243449-14BD-2458-E867-8B607FAA5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D9A6E1-22FA-768F-308C-E1C0ECD7D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6E796-7C1D-47DA-BC8D-9CA4D38785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417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6BB10-0173-D7F0-6526-1C5A52BCF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65FA3C-D4C7-0A17-DFCE-C024CAD55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A9E0D-FD47-438D-9A34-07EA3D163D05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1F338F-A235-7F38-723F-4B7B2E7EE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FE0B19-EA84-9E14-E733-024EAD82A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6E796-7C1D-47DA-BC8D-9CA4D38785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215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F90C9A-233E-DC72-FE6F-70BA0BA81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A9E0D-FD47-438D-9A34-07EA3D163D05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D3D7A4-44F0-DB24-3FE6-E6FCBAA50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BC502-A0F4-7974-D06F-AC52A8275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6E796-7C1D-47DA-BC8D-9CA4D38785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5409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D8A12-5D19-A7CE-DE0C-C70BBE56D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AFE11-95BA-FFF1-81D5-C1C7E1237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D735FA-F4D0-07D1-BA6D-69A08ADC66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CC691A-96A7-1CEC-FC10-516C5BDF1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A9E0D-FD47-438D-9A34-07EA3D163D05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F8CCA-32F0-56B6-FF57-0155E4468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ACBA28-DDC0-FA87-B673-107BE9388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6E796-7C1D-47DA-BC8D-9CA4D38785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602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141AE-E892-50C1-6937-0CD7342F2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82EBCC-F8C8-1050-F7D8-3D65AA1C57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748448-EF2F-2C48-FD52-EFD6020953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7821F5-3553-D354-30DF-D62A52106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A9E0D-FD47-438D-9A34-07EA3D163D05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E48C61-13E7-1732-AE7B-190F0EA7D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01B5D1-1B0C-C015-0DA7-65D2E7841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6E796-7C1D-47DA-BC8D-9CA4D38785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475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3AA07-5BCE-C33B-CA64-F54E9ED21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4AA7A2-CC58-2E1F-DB18-5417B450FB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40FE1-0076-14B4-F784-8DB4303A0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A9E0D-FD47-438D-9A34-07EA3D163D05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38153-5504-D8B9-21B8-54C1817C1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2761B-77CC-EAFE-B1ED-6CC0C644B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6E796-7C1D-47DA-BC8D-9CA4D38785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362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47B050-B5C2-F7D0-635E-227C22BEBA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DCAA56-D679-CDD9-4AFE-C5AE55332A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FB7A1-C55E-32B0-A32A-B289F3744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A9E0D-FD47-438D-9A34-07EA3D163D05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2433D-223F-0333-2F7A-7EBE9BE41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07D11-9C93-6383-5DEC-8B206A81A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6E796-7C1D-47DA-BC8D-9CA4D38785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533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82C440-5761-948F-E271-2F4835739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F469C2-7910-9CA0-49FE-C573C6409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4BCFA-260B-78FD-3096-32A237546F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BA9E0D-FD47-438D-9A34-07EA3D163D05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7B5F7-8D5B-29C2-838F-B40BF9DA3D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22FB1-B2F4-15CE-A720-3669C232C3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B6E796-7C1D-47DA-BC8D-9CA4D38785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8460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216AA-B9A7-C55F-A3F5-89047E4D95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46827"/>
            <a:ext cx="9144000" cy="2387600"/>
          </a:xfrm>
        </p:spPr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Netflix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BB832D-D696-1717-8408-8F255573A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8684" y="4802801"/>
            <a:ext cx="5879690" cy="1717269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KUSHAL BABU S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Business Analytics</a:t>
            </a:r>
          </a:p>
        </p:txBody>
      </p:sp>
    </p:spTree>
    <p:extLst>
      <p:ext uri="{BB962C8B-B14F-4D97-AF65-F5344CB8AC3E}">
        <p14:creationId xmlns:p14="http://schemas.microsoft.com/office/powerpoint/2010/main" val="4126625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1D390-C37A-9645-88C1-9C67A1D10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548" y="150761"/>
            <a:ext cx="10515600" cy="1060552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8B70C7-A067-882F-3489-BB045AD1A6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7680" y="1721752"/>
            <a:ext cx="1083056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explore and visualize Netflix content data to uncover trends, patterns, and actionable insights using Power BI.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support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decision-making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analyzing content performance across genres, ratings, release years, and countries.</a:t>
            </a:r>
          </a:p>
        </p:txBody>
      </p:sp>
    </p:spTree>
    <p:extLst>
      <p:ext uri="{BB962C8B-B14F-4D97-AF65-F5344CB8AC3E}">
        <p14:creationId xmlns:p14="http://schemas.microsoft.com/office/powerpoint/2010/main" val="210366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3291E-C753-1685-0139-8D26D46F9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2105"/>
            <a:ext cx="10515600" cy="1045975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ED3F71A-9C22-0A6E-FC2B-3665C81BB5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7301" y="1811634"/>
            <a:ext cx="11160760" cy="323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Netflix dataset covering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Movies and TV Shows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6,222 titles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73 countries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attributes: content type, genre, rating, duration, release year, date added, and country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and transformed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ensure accuracy and consistency for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893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265A7-9C7C-5CA9-1222-6D66DA532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680" y="213360"/>
            <a:ext cx="10048240" cy="1168400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201F595-1256-B469-1F13-205B07A4B6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5372" y="1731912"/>
            <a:ext cx="9895588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Data visualization and interactive dashboard creation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Query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Data cleaning and transformation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Calculated measures and KPIs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Excel / CSV Dataset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Data source for analysis</a:t>
            </a:r>
          </a:p>
        </p:txBody>
      </p:sp>
    </p:spTree>
    <p:extLst>
      <p:ext uri="{BB962C8B-B14F-4D97-AF65-F5344CB8AC3E}">
        <p14:creationId xmlns:p14="http://schemas.microsoft.com/office/powerpoint/2010/main" val="3660916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39578-0924-60D8-06E5-D00502C71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020" y="283845"/>
            <a:ext cx="10515600" cy="894715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BC50B7-BE17-55F8-B9BA-3CF005465B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4000" y="1659284"/>
            <a:ext cx="9961879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Netflix hosts a total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6,222 titles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a large and diverse content library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Movies (4,263)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significantly outnumber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TV Shows (1,959)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showing a stronger focus on movie-based content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Content is distributed across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73 countries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highlighting Netflix’s strong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global presence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higher proportion of movies suggests faster content expansion and broader audience reach</a:t>
            </a:r>
          </a:p>
        </p:txBody>
      </p:sp>
    </p:spTree>
    <p:extLst>
      <p:ext uri="{BB962C8B-B14F-4D97-AF65-F5344CB8AC3E}">
        <p14:creationId xmlns:p14="http://schemas.microsoft.com/office/powerpoint/2010/main" val="2332452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69ECC-8519-65D2-5C86-C418F54ED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120" y="193039"/>
            <a:ext cx="10515600" cy="853441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Movies Vs TV Shows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BCAC19F-1B42-6776-2B78-A53664273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4093" y="2085588"/>
            <a:ext cx="6512560" cy="334581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Movies dominate the platform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68.5%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total content, compared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31.5%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TV shows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Netflix’s strategy is more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movie-focused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ensure frequent content additions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TV shows, though fewer, help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viewer engagement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pie chart with red and purple circles&#10;&#10;AI-generated content may be incorrect.">
            <a:extLst>
              <a:ext uri="{FF2B5EF4-FFF2-40B4-BE49-F238E27FC236}">
                <a16:creationId xmlns:a16="http://schemas.microsoft.com/office/drawing/2014/main" id="{20FC7283-0826-51CE-078D-E29FBBE62C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120" y="2212742"/>
            <a:ext cx="4167852" cy="272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587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745B1-477D-1161-F089-F9C47EC43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6464"/>
            <a:ext cx="10515600" cy="102635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ADE05D0-ECB9-1A98-27A4-42DE6B345A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23722" y="1864039"/>
            <a:ext cx="5846174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TV-MA and TV-14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have the highest number of titles, indicating strong focus on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mature and young adult audiences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TV-PG and PG-13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form a moderate portion of the content library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Very limited content is available under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G, NC-17, and Unrated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categories</a:t>
            </a:r>
          </a:p>
        </p:txBody>
      </p:sp>
      <p:pic>
        <p:nvPicPr>
          <p:cNvPr id="8" name="Picture 7" descr="A graph of a number of tv ratings&#10;&#10;AI-generated content may be incorrect.">
            <a:extLst>
              <a:ext uri="{FF2B5EF4-FFF2-40B4-BE49-F238E27FC236}">
                <a16:creationId xmlns:a16="http://schemas.microsoft.com/office/drawing/2014/main" id="{C0CC75A6-8A62-13E7-82F1-536EC85AAE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069" y="2246243"/>
            <a:ext cx="4597521" cy="292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934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3B346-F633-C46F-1008-A2F6843B3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7617"/>
            <a:ext cx="10515600" cy="946840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Movies And TV Shows By Years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42B23DA-D0DF-3EF9-F9FA-CE2F209BEC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65970" y="2072554"/>
            <a:ext cx="619263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Netflix content additions remained low until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2014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followed by rapid growth after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2015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significant surge is observed between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2016 and 2019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reflecting Netflix’s expansion phase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Movies show faster growth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compared to TV shows across most years</a:t>
            </a:r>
          </a:p>
        </p:txBody>
      </p:sp>
      <p:pic>
        <p:nvPicPr>
          <p:cNvPr id="7" name="Picture 6" descr="A screen shot of a graph&#10;&#10;AI-generated content may be incorrect.">
            <a:extLst>
              <a:ext uri="{FF2B5EF4-FFF2-40B4-BE49-F238E27FC236}">
                <a16:creationId xmlns:a16="http://schemas.microsoft.com/office/drawing/2014/main" id="{26DEBBCE-9186-1A95-ABA4-EC18A07C4B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748" y="2221641"/>
            <a:ext cx="4611757" cy="2877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2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412EB-21C2-0A80-A249-9131E4683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6414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F1E409-46D3-308D-B9E9-461CBA82FA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55641" y="1731117"/>
            <a:ext cx="610235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Documentaries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the most available category on Netflix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Stand-Up Comedy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Dramas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also have high content volume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Netflix places strong emphasis on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informative, comedy, and international content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Kids’ TV and Children &amp; Family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categories have comparatively fewer titles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A65487-38DA-30F5-B920-4FB0C1CB4E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739" y="2072100"/>
            <a:ext cx="4694582" cy="313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157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033CA-0523-D02A-319F-383470271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6414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Country-wise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AEE14-D14B-1918-26E3-3699F7D39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6947" y="1825625"/>
            <a:ext cx="6450495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United States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contributes the highest number of Netflix titles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content contributions are also observed from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India, the UK, and other regions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Netflix content spans across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73 countries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a wide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presence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actively invests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and localized content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reach diverse audiences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map of the world&#10;&#10;AI-generated content may be incorrect.">
            <a:extLst>
              <a:ext uri="{FF2B5EF4-FFF2-40B4-BE49-F238E27FC236}">
                <a16:creationId xmlns:a16="http://schemas.microsoft.com/office/drawing/2014/main" id="{F894C850-1BB2-E194-5957-69A731E8E9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31" y="2136913"/>
            <a:ext cx="5198165" cy="310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634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2D189-D135-4F90-BC4A-55D4B8B13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269" y="18586"/>
            <a:ext cx="10515600" cy="995205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Dash-Board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CE4499-5721-5BF2-6A8B-EB32B8274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87" y="1013791"/>
            <a:ext cx="11857384" cy="5685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029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FD46C-7B4C-4731-FA65-97860E7BB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357" y="188220"/>
            <a:ext cx="10515600" cy="976658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6FDFA-8268-CDE9-1F12-7726DEFC4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157" y="1590263"/>
            <a:ext cx="10515600" cy="3826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Netflix offers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6,222 titles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content spanning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73 countries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Movies dominate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platform, accounting for nearly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70%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total content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content targets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mature and young adult audiences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(TV-MA, TV-14)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growth in content additions observed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2015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led mainly by movies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213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A6643-FB21-1CBF-955D-501C8DE49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687" y="136525"/>
            <a:ext cx="10515600" cy="106046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A0966E1-88BE-5A2B-FFEF-EBA53817F2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2036" y="1659285"/>
            <a:ext cx="8958943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 investment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high-performing genres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such as documentaries, stand-up comedy, and international dramas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regional and localized content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strengthen presence in growing markets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 focus on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movie content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while gradually increasing quality TV shows for long-term engagement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Balance the content portfolio by adding more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family and kids-friendly content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561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06E58-9960-2EFF-BB17-4D2BFCBAF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154" y="245856"/>
            <a:ext cx="10515600" cy="1016414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CDC984-0A97-5FA8-BE8B-9474A11879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1914" y="1787533"/>
            <a:ext cx="1076764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highlights Netflix’s strong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movie-driven and global content strategy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content targets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mature audiences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with rapid growth after 2015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Netflix shows a clear focus on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high-demand genres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like documentaries and international content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BI helped transform raw data into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actionable business insights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through interactive visuals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strengthened practical skills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analysis, visualization, and storytelling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8222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454AE-0307-80FA-5878-8849CA77A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094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6600" dirty="0">
                <a:latin typeface="Algerian" panose="04020705040A02060702" pitchFamily="82" charset="0"/>
              </a:rPr>
              <a:t>THANK YOU</a:t>
            </a:r>
          </a:p>
        </p:txBody>
      </p:sp>
      <p:pic>
        <p:nvPicPr>
          <p:cNvPr id="5" name="Picture 4" descr="A close-up of a handshake&#10;&#10;AI-generated content may be incorrect.">
            <a:extLst>
              <a:ext uri="{FF2B5EF4-FFF2-40B4-BE49-F238E27FC236}">
                <a16:creationId xmlns:a16="http://schemas.microsoft.com/office/drawing/2014/main" id="{5768CAAD-DE47-5F5F-DDB9-BEDCC4FA9E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857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586</Words>
  <Application>Microsoft Office PowerPoint</Application>
  <PresentationFormat>Widescreen</PresentationFormat>
  <Paragraphs>62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Algerian</vt:lpstr>
      <vt:lpstr>Aptos</vt:lpstr>
      <vt:lpstr>Aptos Display</vt:lpstr>
      <vt:lpstr>Arial</vt:lpstr>
      <vt:lpstr>Times New Roman</vt:lpstr>
      <vt:lpstr>Office Theme</vt:lpstr>
      <vt:lpstr>Netflix Data Analysis</vt:lpstr>
      <vt:lpstr>Objectives</vt:lpstr>
      <vt:lpstr>Data Overview</vt:lpstr>
      <vt:lpstr>Tools And Technologies</vt:lpstr>
      <vt:lpstr>Key Insights</vt:lpstr>
      <vt:lpstr>Movies Vs TV Shows</vt:lpstr>
      <vt:lpstr>Ratings</vt:lpstr>
      <vt:lpstr>Movies And TV Shows By Years</vt:lpstr>
      <vt:lpstr>Category Analysis</vt:lpstr>
      <vt:lpstr>Country-wise Content</vt:lpstr>
      <vt:lpstr> Dash-Board</vt:lpstr>
      <vt:lpstr>Overall Insights</vt:lpstr>
      <vt:lpstr>Recommendation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Kushal Babu</dc:creator>
  <cp:lastModifiedBy>Kushal Babu</cp:lastModifiedBy>
  <cp:revision>2</cp:revision>
  <dcterms:created xsi:type="dcterms:W3CDTF">2026-01-05T06:05:24Z</dcterms:created>
  <dcterms:modified xsi:type="dcterms:W3CDTF">2026-01-05T08:54:39Z</dcterms:modified>
</cp:coreProperties>
</file>